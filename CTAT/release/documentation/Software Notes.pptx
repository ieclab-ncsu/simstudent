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96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28600" y="990600"/>
            <a:ext cx="8610600" cy="4876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676400"/>
            <a:ext cx="4724400" cy="3581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1295400"/>
            <a:ext cx="1760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divWrapper (div)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4191000" cy="213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0" y="2362200"/>
            <a:ext cx="1990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subCanvas </a:t>
            </a:r>
            <a:r>
              <a:rPr lang="en-US" smtClean="0"/>
              <a:t>(canvas)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3810000" cy="2133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19200" y="4572000"/>
            <a:ext cx="2636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Specific HTML component</a:t>
            </a:r>
            <a:endParaRPr lang="en-US"/>
          </a:p>
        </p:txBody>
      </p:sp>
      <p:sp>
        <p:nvSpPr>
          <p:cNvPr id="2" name="Rounded Rectangle 1"/>
          <p:cNvSpPr/>
          <p:nvPr/>
        </p:nvSpPr>
        <p:spPr>
          <a:xfrm>
            <a:off x="6858000" y="2819400"/>
            <a:ext cx="1447800" cy="1295400"/>
          </a:xfrm>
          <a:prstGeom prst="roundRect">
            <a:avLst>
              <a:gd name="adj" fmla="val 8662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Javascript</a:t>
            </a:r>
          </a:p>
          <a:p>
            <a:pPr algn="ctr"/>
            <a:r>
              <a:rPr lang="en-US" smtClean="0">
                <a:solidFill>
                  <a:schemeClr val="tx1"/>
                </a:solidFill>
              </a:rPr>
              <a:t>Class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>
            <a:stCxn id="4" idx="3"/>
            <a:endCxn id="2" idx="1"/>
          </p:cNvCxnSpPr>
          <p:nvPr/>
        </p:nvCxnSpPr>
        <p:spPr>
          <a:xfrm>
            <a:off x="5181600" y="3467100"/>
            <a:ext cx="1676400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34000" y="2971800"/>
            <a:ext cx="134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Managed By</a:t>
            </a: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28600" y="457200"/>
            <a:ext cx="2512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CTAT HTML5 Component</a:t>
            </a:r>
            <a:endParaRPr lang="en-US"/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7620000" y="4114800"/>
            <a:ext cx="0" cy="2209800"/>
          </a:xfrm>
          <a:prstGeom prst="straightConnector1">
            <a:avLst/>
          </a:prstGeom>
          <a:ln w="34925">
            <a:solidFill>
              <a:schemeClr val="tx1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34200" y="6324600"/>
            <a:ext cx="134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Managed By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13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61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 Van Velsen</dc:creator>
  <cp:lastModifiedBy>vvelsen</cp:lastModifiedBy>
  <cp:revision>6</cp:revision>
  <dcterms:created xsi:type="dcterms:W3CDTF">2006-08-16T00:00:00Z</dcterms:created>
  <dcterms:modified xsi:type="dcterms:W3CDTF">2014-06-19T13:50:30Z</dcterms:modified>
</cp:coreProperties>
</file>