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vml" ContentType="application/vnd.openxmlformats-officedocument.vmlDrawing"/>
  <Default Extension="rels" ContentType="application/vnd.openxmlformats-package.relationships+xml"/>
  <Default Extension="emf" ContentType="image/x-emf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embeddings/Microsoft_Equation1.bin" ContentType="application/vnd.openxmlformats-officedocument.oleObject"/>
  <Override PartName="/ppt/embeddings/oleObject1.bin" ContentType="application/vnd.openxmlformats-officedocument.oleObject"/>
  <Override PartName="/ppt/embeddings/Microsoft_Equation2.bin" ContentType="application/vnd.openxmlformats-officedocument.oleObject"/>
  <Override PartName="/ppt/embeddings/oleObject2.bin" ContentType="application/vnd.openxmlformats-officedocument.oleObject"/>
  <Override PartName="/ppt/embeddings/Microsoft_Equation3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Microsoft_Equation4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Microsoft_Equation5.bin" ContentType="application/vnd.openxmlformats-officedocument.oleObject"/>
  <Override PartName="/ppt/embeddings/oleObject26.bin" ContentType="application/vnd.openxmlformats-officedocument.oleObject"/>
  <Override PartName="/ppt/embeddings/Microsoft_Equation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0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2" r:id="rId3"/>
    <p:sldId id="263" r:id="rId4"/>
    <p:sldId id="256" r:id="rId5"/>
    <p:sldId id="261" r:id="rId6"/>
    <p:sldId id="258" r:id="rId7"/>
    <p:sldId id="259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97" autoAdjust="0"/>
  </p:normalViewPr>
  <p:slideViewPr>
    <p:cSldViewPr>
      <p:cViewPr>
        <p:scale>
          <a:sx n="150" d="100"/>
          <a:sy n="150" d="100"/>
        </p:scale>
        <p:origin x="-3480" y="-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interSettings" Target="printerSettings/printerSettings1.bin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Relationship Id="rId2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4" Type="http://schemas.openxmlformats.org/officeDocument/2006/relationships/image" Target="../media/image9.wmf"/><Relationship Id="rId5" Type="http://schemas.openxmlformats.org/officeDocument/2006/relationships/image" Target="../media/image10.wmf"/><Relationship Id="rId6" Type="http://schemas.openxmlformats.org/officeDocument/2006/relationships/image" Target="../media/image11.wmf"/><Relationship Id="rId7" Type="http://schemas.openxmlformats.org/officeDocument/2006/relationships/image" Target="../media/image12.wmf"/><Relationship Id="rId8" Type="http://schemas.openxmlformats.org/officeDocument/2006/relationships/image" Target="../media/image13.wmf"/><Relationship Id="rId1" Type="http://schemas.openxmlformats.org/officeDocument/2006/relationships/image" Target="../media/image6.wmf"/><Relationship Id="rId2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1" Type="http://schemas.openxmlformats.org/officeDocument/2006/relationships/image" Target="../media/image24.emf"/><Relationship Id="rId12" Type="http://schemas.openxmlformats.org/officeDocument/2006/relationships/image" Target="../media/image25.emf"/><Relationship Id="rId13" Type="http://schemas.openxmlformats.org/officeDocument/2006/relationships/image" Target="../media/image26.emf"/><Relationship Id="rId14" Type="http://schemas.openxmlformats.org/officeDocument/2006/relationships/image" Target="../media/image27.emf"/><Relationship Id="rId15" Type="http://schemas.openxmlformats.org/officeDocument/2006/relationships/image" Target="../media/image28.emf"/><Relationship Id="rId16" Type="http://schemas.openxmlformats.org/officeDocument/2006/relationships/image" Target="../media/image29.emf"/><Relationship Id="rId17" Type="http://schemas.openxmlformats.org/officeDocument/2006/relationships/image" Target="../media/image30.emf"/><Relationship Id="rId18" Type="http://schemas.openxmlformats.org/officeDocument/2006/relationships/image" Target="../media/image31.emf"/><Relationship Id="rId19" Type="http://schemas.openxmlformats.org/officeDocument/2006/relationships/image" Target="../media/image32.emf"/><Relationship Id="rId1" Type="http://schemas.openxmlformats.org/officeDocument/2006/relationships/image" Target="../media/image14.emf"/><Relationship Id="rId2" Type="http://schemas.openxmlformats.org/officeDocument/2006/relationships/image" Target="../media/image15.emf"/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Relationship Id="rId7" Type="http://schemas.openxmlformats.org/officeDocument/2006/relationships/image" Target="../media/image20.emf"/><Relationship Id="rId8" Type="http://schemas.openxmlformats.org/officeDocument/2006/relationships/image" Target="../media/image21.emf"/><Relationship Id="rId9" Type="http://schemas.openxmlformats.org/officeDocument/2006/relationships/image" Target="../media/image22.emf"/><Relationship Id="rId10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4" Type="http://schemas.openxmlformats.org/officeDocument/2006/relationships/image" Target="../media/image36.wmf"/><Relationship Id="rId5" Type="http://schemas.openxmlformats.org/officeDocument/2006/relationships/image" Target="../media/image37.wmf"/><Relationship Id="rId6" Type="http://schemas.openxmlformats.org/officeDocument/2006/relationships/image" Target="../media/image38.wmf"/><Relationship Id="rId7" Type="http://schemas.openxmlformats.org/officeDocument/2006/relationships/image" Target="../media/image39.wmf"/><Relationship Id="rId8" Type="http://schemas.openxmlformats.org/officeDocument/2006/relationships/image" Target="../media/image40.wmf"/><Relationship Id="rId9" Type="http://schemas.openxmlformats.org/officeDocument/2006/relationships/image" Target="../media/image41.wmf"/><Relationship Id="rId1" Type="http://schemas.openxmlformats.org/officeDocument/2006/relationships/image" Target="../media/image33.wmf"/><Relationship Id="rId2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4" Type="http://schemas.openxmlformats.org/officeDocument/2006/relationships/image" Target="../media/image45.wmf"/><Relationship Id="rId1" Type="http://schemas.openxmlformats.org/officeDocument/2006/relationships/image" Target="../media/image42.wmf"/><Relationship Id="rId2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Relationship Id="rId2" Type="http://schemas.openxmlformats.org/officeDocument/2006/relationships/image" Target="../media/image4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26EF3-C8D5-47F3-9CCA-579CF2DF8EA1}" type="datetimeFigureOut">
              <a:rPr lang="en-US" smtClean="0"/>
              <a:pPr/>
              <a:t>3/11/14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.bin"/><Relationship Id="rId4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6" Type="http://schemas.openxmlformats.org/officeDocument/2006/relationships/image" Target="../media/image2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.bin"/><Relationship Id="rId4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3.bin"/><Relationship Id="rId4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2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13" Type="http://schemas.openxmlformats.org/officeDocument/2006/relationships/oleObject" Target="../embeddings/oleObject9.bin"/><Relationship Id="rId14" Type="http://schemas.openxmlformats.org/officeDocument/2006/relationships/image" Target="../media/image11.wmf"/><Relationship Id="rId15" Type="http://schemas.openxmlformats.org/officeDocument/2006/relationships/oleObject" Target="../embeddings/oleObject10.bin"/><Relationship Id="rId16" Type="http://schemas.openxmlformats.org/officeDocument/2006/relationships/image" Target="../media/image12.wmf"/><Relationship Id="rId17" Type="http://schemas.openxmlformats.org/officeDocument/2006/relationships/oleObject" Target="../embeddings/oleObject11.bin"/><Relationship Id="rId18" Type="http://schemas.openxmlformats.org/officeDocument/2006/relationships/image" Target="../media/image13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Relationship Id="rId7" Type="http://schemas.openxmlformats.org/officeDocument/2006/relationships/oleObject" Target="../embeddings/oleObject6.bin"/><Relationship Id="rId8" Type="http://schemas.openxmlformats.org/officeDocument/2006/relationships/image" Target="../media/image8.wmf"/><Relationship Id="rId9" Type="http://schemas.openxmlformats.org/officeDocument/2006/relationships/oleObject" Target="../embeddings/oleObject7.bin"/><Relationship Id="rId10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46" Type="http://schemas.openxmlformats.org/officeDocument/2006/relationships/oleObject" Target="../embeddings/oleObject33.bin"/><Relationship Id="rId47" Type="http://schemas.openxmlformats.org/officeDocument/2006/relationships/oleObject" Target="../embeddings/oleObject34.bin"/><Relationship Id="rId48" Type="http://schemas.openxmlformats.org/officeDocument/2006/relationships/oleObject" Target="../embeddings/oleObject35.bin"/><Relationship Id="rId20" Type="http://schemas.openxmlformats.org/officeDocument/2006/relationships/image" Target="../media/image22.emf"/><Relationship Id="rId21" Type="http://schemas.openxmlformats.org/officeDocument/2006/relationships/oleObject" Target="../embeddings/oleObject20.bin"/><Relationship Id="rId22" Type="http://schemas.openxmlformats.org/officeDocument/2006/relationships/image" Target="../media/image23.emf"/><Relationship Id="rId23" Type="http://schemas.openxmlformats.org/officeDocument/2006/relationships/oleObject" Target="../embeddings/oleObject21.bin"/><Relationship Id="rId24" Type="http://schemas.openxmlformats.org/officeDocument/2006/relationships/image" Target="../media/image24.emf"/><Relationship Id="rId25" Type="http://schemas.openxmlformats.org/officeDocument/2006/relationships/oleObject" Target="../embeddings/oleObject22.bin"/><Relationship Id="rId26" Type="http://schemas.openxmlformats.org/officeDocument/2006/relationships/image" Target="../media/image25.emf"/><Relationship Id="rId27" Type="http://schemas.openxmlformats.org/officeDocument/2006/relationships/oleObject" Target="../embeddings/oleObject23.bin"/><Relationship Id="rId28" Type="http://schemas.openxmlformats.org/officeDocument/2006/relationships/image" Target="../media/image26.emf"/><Relationship Id="rId29" Type="http://schemas.openxmlformats.org/officeDocument/2006/relationships/oleObject" Target="../embeddings/oleObject24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4.emf"/><Relationship Id="rId5" Type="http://schemas.openxmlformats.org/officeDocument/2006/relationships/oleObject" Target="../embeddings/oleObject13.bin"/><Relationship Id="rId30" Type="http://schemas.openxmlformats.org/officeDocument/2006/relationships/image" Target="../media/image27.emf"/><Relationship Id="rId31" Type="http://schemas.openxmlformats.org/officeDocument/2006/relationships/oleObject" Target="../embeddings/oleObject25.bin"/><Relationship Id="rId32" Type="http://schemas.openxmlformats.org/officeDocument/2006/relationships/image" Target="../media/image28.emf"/><Relationship Id="rId9" Type="http://schemas.openxmlformats.org/officeDocument/2006/relationships/oleObject" Target="../embeddings/oleObject15.bin"/><Relationship Id="rId6" Type="http://schemas.openxmlformats.org/officeDocument/2006/relationships/image" Target="../media/image15.emf"/><Relationship Id="rId7" Type="http://schemas.openxmlformats.org/officeDocument/2006/relationships/oleObject" Target="../embeddings/oleObject14.bin"/><Relationship Id="rId8" Type="http://schemas.openxmlformats.org/officeDocument/2006/relationships/image" Target="../media/image16.emf"/><Relationship Id="rId33" Type="http://schemas.openxmlformats.org/officeDocument/2006/relationships/oleObject" Target="../embeddings/Microsoft_Equation5.bin"/><Relationship Id="rId34" Type="http://schemas.openxmlformats.org/officeDocument/2006/relationships/image" Target="../media/image29.emf"/><Relationship Id="rId35" Type="http://schemas.openxmlformats.org/officeDocument/2006/relationships/oleObject" Target="../embeddings/oleObject26.bin"/><Relationship Id="rId36" Type="http://schemas.openxmlformats.org/officeDocument/2006/relationships/image" Target="../media/image30.emf"/><Relationship Id="rId10" Type="http://schemas.openxmlformats.org/officeDocument/2006/relationships/image" Target="../media/image17.emf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8.emf"/><Relationship Id="rId13" Type="http://schemas.openxmlformats.org/officeDocument/2006/relationships/oleObject" Target="../embeddings/Microsoft_Equation4.bin"/><Relationship Id="rId14" Type="http://schemas.openxmlformats.org/officeDocument/2006/relationships/image" Target="../media/image19.e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0.emf"/><Relationship Id="rId17" Type="http://schemas.openxmlformats.org/officeDocument/2006/relationships/oleObject" Target="../embeddings/oleObject18.bin"/><Relationship Id="rId18" Type="http://schemas.openxmlformats.org/officeDocument/2006/relationships/image" Target="../media/image21.emf"/><Relationship Id="rId19" Type="http://schemas.openxmlformats.org/officeDocument/2006/relationships/oleObject" Target="../embeddings/oleObject19.bin"/><Relationship Id="rId37" Type="http://schemas.openxmlformats.org/officeDocument/2006/relationships/oleObject" Target="../embeddings/Microsoft_Equation6.bin"/><Relationship Id="rId38" Type="http://schemas.openxmlformats.org/officeDocument/2006/relationships/image" Target="../media/image31.emf"/><Relationship Id="rId39" Type="http://schemas.openxmlformats.org/officeDocument/2006/relationships/oleObject" Target="../embeddings/oleObject27.bin"/><Relationship Id="rId40" Type="http://schemas.openxmlformats.org/officeDocument/2006/relationships/image" Target="../media/image32.emf"/><Relationship Id="rId41" Type="http://schemas.openxmlformats.org/officeDocument/2006/relationships/oleObject" Target="../embeddings/oleObject28.bin"/><Relationship Id="rId42" Type="http://schemas.openxmlformats.org/officeDocument/2006/relationships/oleObject" Target="../embeddings/oleObject29.bin"/><Relationship Id="rId43" Type="http://schemas.openxmlformats.org/officeDocument/2006/relationships/oleObject" Target="../embeddings/oleObject30.bin"/><Relationship Id="rId44" Type="http://schemas.openxmlformats.org/officeDocument/2006/relationships/oleObject" Target="../embeddings/oleObject31.bin"/><Relationship Id="rId45" Type="http://schemas.openxmlformats.org/officeDocument/2006/relationships/oleObject" Target="../embeddings/oleObject32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20" Type="http://schemas.openxmlformats.org/officeDocument/2006/relationships/image" Target="../media/image41.wmf"/><Relationship Id="rId10" Type="http://schemas.openxmlformats.org/officeDocument/2006/relationships/image" Target="../media/image36.wmf"/><Relationship Id="rId11" Type="http://schemas.openxmlformats.org/officeDocument/2006/relationships/oleObject" Target="../embeddings/oleObject40.bin"/><Relationship Id="rId12" Type="http://schemas.openxmlformats.org/officeDocument/2006/relationships/image" Target="../media/image37.wmf"/><Relationship Id="rId13" Type="http://schemas.openxmlformats.org/officeDocument/2006/relationships/oleObject" Target="../embeddings/oleObject41.bin"/><Relationship Id="rId14" Type="http://schemas.openxmlformats.org/officeDocument/2006/relationships/image" Target="../media/image38.wmf"/><Relationship Id="rId15" Type="http://schemas.openxmlformats.org/officeDocument/2006/relationships/oleObject" Target="../embeddings/oleObject42.bin"/><Relationship Id="rId16" Type="http://schemas.openxmlformats.org/officeDocument/2006/relationships/image" Target="../media/image39.wmf"/><Relationship Id="rId17" Type="http://schemas.openxmlformats.org/officeDocument/2006/relationships/oleObject" Target="../embeddings/oleObject43.bin"/><Relationship Id="rId18" Type="http://schemas.openxmlformats.org/officeDocument/2006/relationships/image" Target="../media/image40.wmf"/><Relationship Id="rId19" Type="http://schemas.openxmlformats.org/officeDocument/2006/relationships/oleObject" Target="../embeddings/oleObject44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36.bin"/><Relationship Id="rId4" Type="http://schemas.openxmlformats.org/officeDocument/2006/relationships/image" Target="../media/image33.wmf"/><Relationship Id="rId5" Type="http://schemas.openxmlformats.org/officeDocument/2006/relationships/oleObject" Target="../embeddings/oleObject37.bin"/><Relationship Id="rId6" Type="http://schemas.openxmlformats.org/officeDocument/2006/relationships/image" Target="../media/image34.wmf"/><Relationship Id="rId7" Type="http://schemas.openxmlformats.org/officeDocument/2006/relationships/oleObject" Target="../embeddings/oleObject38.bin"/><Relationship Id="rId8" Type="http://schemas.openxmlformats.org/officeDocument/2006/relationships/image" Target="../media/image3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4" Type="http://schemas.openxmlformats.org/officeDocument/2006/relationships/image" Target="../media/image42.wmf"/><Relationship Id="rId5" Type="http://schemas.openxmlformats.org/officeDocument/2006/relationships/oleObject" Target="../embeddings/oleObject46.bin"/><Relationship Id="rId6" Type="http://schemas.openxmlformats.org/officeDocument/2006/relationships/image" Target="../media/image43.wmf"/><Relationship Id="rId7" Type="http://schemas.openxmlformats.org/officeDocument/2006/relationships/oleObject" Target="../embeddings/oleObject47.bin"/><Relationship Id="rId8" Type="http://schemas.openxmlformats.org/officeDocument/2006/relationships/image" Target="../media/image44.wmf"/><Relationship Id="rId9" Type="http://schemas.openxmlformats.org/officeDocument/2006/relationships/oleObject" Target="../embeddings/oleObject48.bin"/><Relationship Id="rId10" Type="http://schemas.openxmlformats.org/officeDocument/2006/relationships/image" Target="../media/image45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4" Type="http://schemas.openxmlformats.org/officeDocument/2006/relationships/image" Target="../media/image46.wmf"/><Relationship Id="rId5" Type="http://schemas.openxmlformats.org/officeDocument/2006/relationships/oleObject" Target="../embeddings/oleObject50.bin"/><Relationship Id="rId6" Type="http://schemas.openxmlformats.org/officeDocument/2006/relationships/image" Target="../media/image47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934140"/>
              </p:ext>
            </p:extLst>
          </p:nvPr>
        </p:nvGraphicFramePr>
        <p:xfrm>
          <a:off x="506413" y="206375"/>
          <a:ext cx="1319212" cy="537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7" name="Equation" r:id="rId3" imgW="1193800" imgH="4864100" progId="Equation.3">
                  <p:embed/>
                </p:oleObj>
              </mc:Choice>
              <mc:Fallback>
                <p:oleObj name="Equation" r:id="rId3" imgW="1193800" imgH="486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3" y="206375"/>
                        <a:ext cx="1319212" cy="5378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114929"/>
              </p:ext>
            </p:extLst>
          </p:nvPr>
        </p:nvGraphicFramePr>
        <p:xfrm>
          <a:off x="4038600" y="304800"/>
          <a:ext cx="771525" cy="501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8" name="Equation" r:id="rId5" imgW="698500" imgH="4470400" progId="Equation.3">
                  <p:embed/>
                </p:oleObj>
              </mc:Choice>
              <mc:Fallback>
                <p:oleObj name="Equation" r:id="rId5" imgW="698500" imgH="447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04800"/>
                        <a:ext cx="771525" cy="5018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4344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970022"/>
              </p:ext>
            </p:extLst>
          </p:nvPr>
        </p:nvGraphicFramePr>
        <p:xfrm>
          <a:off x="479425" y="206375"/>
          <a:ext cx="1376363" cy="537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name="Equation" r:id="rId3" imgW="1244600" imgH="4864100" progId="Equation.3">
                  <p:embed/>
                </p:oleObj>
              </mc:Choice>
              <mc:Fallback>
                <p:oleObj name="Equation" r:id="rId3" imgW="1244600" imgH="486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206375"/>
                        <a:ext cx="1376363" cy="5378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89676"/>
              </p:ext>
            </p:extLst>
          </p:nvPr>
        </p:nvGraphicFramePr>
        <p:xfrm>
          <a:off x="4038600" y="327025"/>
          <a:ext cx="771525" cy="501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name="Equation" r:id="rId5" imgW="698500" imgH="4470400" progId="Equation.3">
                  <p:embed/>
                </p:oleObj>
              </mc:Choice>
              <mc:Fallback>
                <p:oleObj name="Equation" r:id="rId5" imgW="698500" imgH="447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27025"/>
                        <a:ext cx="771525" cy="5018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381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164663"/>
              </p:ext>
            </p:extLst>
          </p:nvPr>
        </p:nvGraphicFramePr>
        <p:xfrm>
          <a:off x="493713" y="206375"/>
          <a:ext cx="1347787" cy="537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7" name="Equation" r:id="rId3" imgW="1219200" imgH="4864100" progId="Equation.3">
                  <p:embed/>
                </p:oleObj>
              </mc:Choice>
              <mc:Fallback>
                <p:oleObj name="Equation" r:id="rId3" imgW="1219200" imgH="486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3" y="206375"/>
                        <a:ext cx="1347787" cy="5378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688307"/>
              </p:ext>
            </p:extLst>
          </p:nvPr>
        </p:nvGraphicFramePr>
        <p:xfrm>
          <a:off x="4038600" y="304800"/>
          <a:ext cx="771525" cy="501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Equation" r:id="rId5" imgW="698500" imgH="4470400" progId="Equation.3">
                  <p:embed/>
                </p:oleObj>
              </mc:Choice>
              <mc:Fallback>
                <p:oleObj name="Equation" r:id="rId5" imgW="698500" imgH="447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04800"/>
                        <a:ext cx="771525" cy="5018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099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1" y="4393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1" y="570012"/>
            <a:ext cx="20313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	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669638"/>
            <a:ext cx="22474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 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1" y="1074837"/>
            <a:ext cx="20313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	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1" y="128218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1" y="1551087"/>
            <a:ext cx="295465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		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1" y="175843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1" y="2027337"/>
            <a:ext cx="20313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	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1" y="223468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1" y="2532162"/>
            <a:ext cx="295465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		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1" y="273951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457200" y="274638"/>
            <a:ext cx="82296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A</a:t>
            </a:r>
          </a:p>
        </p:txBody>
      </p:sp>
      <p:graphicFrame>
        <p:nvGraphicFramePr>
          <p:cNvPr id="1054" name="Object 30"/>
          <p:cNvGraphicFramePr>
            <a:graphicFrameLocks noChangeAspect="1"/>
          </p:cNvGraphicFramePr>
          <p:nvPr/>
        </p:nvGraphicFramePr>
        <p:xfrm>
          <a:off x="438151" y="5181601"/>
          <a:ext cx="11811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" name="Equation" r:id="rId3" imgW="1180800" imgH="749160" progId="Equation.3">
                  <p:embed/>
                </p:oleObj>
              </mc:Choice>
              <mc:Fallback>
                <p:oleObj name="Equation" r:id="rId3" imgW="1180800" imgH="7491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1" y="5181601"/>
                        <a:ext cx="11811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" name="Object 32"/>
          <p:cNvGraphicFramePr>
            <a:graphicFrameLocks noChangeAspect="1"/>
          </p:cNvGraphicFramePr>
          <p:nvPr/>
        </p:nvGraphicFramePr>
        <p:xfrm>
          <a:off x="298451" y="3740151"/>
          <a:ext cx="10795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" name="Equation" r:id="rId5" imgW="1079280" imgH="1091880" progId="Equation.3">
                  <p:embed/>
                </p:oleObj>
              </mc:Choice>
              <mc:Fallback>
                <p:oleObj name="Equation" r:id="rId5" imgW="1079280" imgH="10918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1" y="3740151"/>
                        <a:ext cx="1079500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" name="Object 33"/>
          <p:cNvGraphicFramePr>
            <a:graphicFrameLocks noChangeAspect="1"/>
          </p:cNvGraphicFramePr>
          <p:nvPr/>
        </p:nvGraphicFramePr>
        <p:xfrm>
          <a:off x="457200" y="2133600"/>
          <a:ext cx="11430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" name="Equation" r:id="rId7" imgW="1143000" imgH="1091880" progId="Equation.3">
                  <p:embed/>
                </p:oleObj>
              </mc:Choice>
              <mc:Fallback>
                <p:oleObj name="Equation" r:id="rId7" imgW="1143000" imgH="109188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133600"/>
                        <a:ext cx="1143000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" name="Object 34"/>
          <p:cNvGraphicFramePr>
            <a:graphicFrameLocks noChangeAspect="1"/>
          </p:cNvGraphicFramePr>
          <p:nvPr/>
        </p:nvGraphicFramePr>
        <p:xfrm>
          <a:off x="3486150" y="1143000"/>
          <a:ext cx="2400300" cy="494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" name="Equation" r:id="rId9" imgW="2400120" imgH="4940280" progId="Equation.3">
                  <p:embed/>
                </p:oleObj>
              </mc:Choice>
              <mc:Fallback>
                <p:oleObj name="Equation" r:id="rId9" imgW="2400120" imgH="494028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1143000"/>
                        <a:ext cx="2400300" cy="494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" name="Object 35"/>
          <p:cNvGraphicFramePr>
            <a:graphicFrameLocks noChangeAspect="1"/>
          </p:cNvGraphicFramePr>
          <p:nvPr/>
        </p:nvGraphicFramePr>
        <p:xfrm>
          <a:off x="6711950" y="3048000"/>
          <a:ext cx="187960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" name="Equation" r:id="rId11" imgW="1879560" imgH="3213000" progId="Equation.3">
                  <p:embed/>
                </p:oleObj>
              </mc:Choice>
              <mc:Fallback>
                <p:oleObj name="Equation" r:id="rId11" imgW="1879560" imgH="321300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950" y="3048000"/>
                        <a:ext cx="1879600" cy="321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" name="Object 36"/>
          <p:cNvGraphicFramePr>
            <a:graphicFrameLocks noChangeAspect="1"/>
          </p:cNvGraphicFramePr>
          <p:nvPr/>
        </p:nvGraphicFramePr>
        <p:xfrm>
          <a:off x="6007100" y="381000"/>
          <a:ext cx="2387600" cy="303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" name="Equation" r:id="rId13" imgW="2387520" imgH="3035160" progId="Equation.3">
                  <p:embed/>
                </p:oleObj>
              </mc:Choice>
              <mc:Fallback>
                <p:oleObj name="Equation" r:id="rId13" imgW="2387520" imgH="303516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381000"/>
                        <a:ext cx="2387600" cy="303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" name="Object 37"/>
          <p:cNvGraphicFramePr>
            <a:graphicFrameLocks noChangeAspect="1"/>
          </p:cNvGraphicFramePr>
          <p:nvPr/>
        </p:nvGraphicFramePr>
        <p:xfrm>
          <a:off x="1828800" y="3733800"/>
          <a:ext cx="14605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" name="Equation" r:id="rId15" imgW="1460160" imgH="1282680" progId="Equation.3">
                  <p:embed/>
                </p:oleObj>
              </mc:Choice>
              <mc:Fallback>
                <p:oleObj name="Equation" r:id="rId15" imgW="1460160" imgH="1282680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733800"/>
                        <a:ext cx="1460500" cy="1282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" name="Object 38"/>
          <p:cNvGraphicFramePr>
            <a:graphicFrameLocks noChangeAspect="1"/>
          </p:cNvGraphicFramePr>
          <p:nvPr/>
        </p:nvGraphicFramePr>
        <p:xfrm>
          <a:off x="1828800" y="2209800"/>
          <a:ext cx="1447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" name="Equation" r:id="rId17" imgW="1447560" imgH="1091880" progId="Equation.3">
                  <p:embed/>
                </p:oleObj>
              </mc:Choice>
              <mc:Fallback>
                <p:oleObj name="Equation" r:id="rId17" imgW="1447560" imgH="109188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209800"/>
                        <a:ext cx="1447800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/>
          <p:cNvSpPr/>
          <p:nvPr/>
        </p:nvSpPr>
        <p:spPr>
          <a:xfrm>
            <a:off x="381000" y="2057400"/>
            <a:ext cx="1371600" cy="1371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429000" y="1066800"/>
            <a:ext cx="2514600" cy="3429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943600" y="304800"/>
            <a:ext cx="2514600" cy="3048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629400" y="3352800"/>
            <a:ext cx="2057400" cy="29718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28600" y="3657600"/>
            <a:ext cx="1371600" cy="1371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81000" y="5105400"/>
            <a:ext cx="1371600" cy="9144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752600" y="2057400"/>
            <a:ext cx="1600200" cy="1371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52600" y="3657600"/>
            <a:ext cx="1676400" cy="14478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222521"/>
              </p:ext>
            </p:extLst>
          </p:nvPr>
        </p:nvGraphicFramePr>
        <p:xfrm>
          <a:off x="609601" y="762001"/>
          <a:ext cx="1062832" cy="838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7" name="Equation" r:id="rId3" imgW="1079500" imgH="850900" progId="Equation.3">
                  <p:embed/>
                </p:oleObj>
              </mc:Choice>
              <mc:Fallback>
                <p:oleObj name="Equation" r:id="rId3" imgW="10795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1" y="762001"/>
                        <a:ext cx="1062832" cy="8381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969489"/>
              </p:ext>
            </p:extLst>
          </p:nvPr>
        </p:nvGraphicFramePr>
        <p:xfrm>
          <a:off x="381000" y="533400"/>
          <a:ext cx="990600" cy="20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8" name="Equation" r:id="rId5" imgW="965200" imgH="203200" progId="Equation.3">
                  <p:embed/>
                </p:oleObj>
              </mc:Choice>
              <mc:Fallback>
                <p:oleObj name="Equation" r:id="rId5" imgW="9652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33400"/>
                        <a:ext cx="990600" cy="2088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706266"/>
              </p:ext>
            </p:extLst>
          </p:nvPr>
        </p:nvGraphicFramePr>
        <p:xfrm>
          <a:off x="685801" y="2514601"/>
          <a:ext cx="987098" cy="838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9" name="Equation" r:id="rId7" imgW="1003300" imgH="850900" progId="Equation.3">
                  <p:embed/>
                </p:oleObj>
              </mc:Choice>
              <mc:Fallback>
                <p:oleObj name="Equation" r:id="rId7" imgW="10033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1" y="2514601"/>
                        <a:ext cx="987098" cy="8381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181368"/>
              </p:ext>
            </p:extLst>
          </p:nvPr>
        </p:nvGraphicFramePr>
        <p:xfrm>
          <a:off x="457200" y="2286000"/>
          <a:ext cx="990600" cy="206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0" name="Equation" r:id="rId9" imgW="977900" imgH="203200" progId="Equation.3">
                  <p:embed/>
                </p:oleObj>
              </mc:Choice>
              <mc:Fallback>
                <p:oleObj name="Equation" r:id="rId9" imgW="9779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0"/>
                        <a:ext cx="990600" cy="2060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979501"/>
              </p:ext>
            </p:extLst>
          </p:nvPr>
        </p:nvGraphicFramePr>
        <p:xfrm>
          <a:off x="1600200" y="990600"/>
          <a:ext cx="49139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1" name="Equation" r:id="rId11" imgW="482600" imgH="596900" progId="Equation.3">
                  <p:embed/>
                </p:oleObj>
              </mc:Choice>
              <mc:Fallback>
                <p:oleObj name="Equation" r:id="rId11" imgW="482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990600"/>
                        <a:ext cx="491398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49208"/>
              </p:ext>
            </p:extLst>
          </p:nvPr>
        </p:nvGraphicFramePr>
        <p:xfrm>
          <a:off x="633413" y="4495800"/>
          <a:ext cx="10620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2" name="Equation" r:id="rId13" imgW="1079500" imgH="850900" progId="Equation.3">
                  <p:embed/>
                </p:oleObj>
              </mc:Choice>
              <mc:Fallback>
                <p:oleObj name="Equation" r:id="rId13" imgW="10795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4495800"/>
                        <a:ext cx="1062037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74972"/>
              </p:ext>
            </p:extLst>
          </p:nvPr>
        </p:nvGraphicFramePr>
        <p:xfrm>
          <a:off x="457200" y="4267200"/>
          <a:ext cx="1143000" cy="201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3" name="Equation" r:id="rId15" imgW="1155700" imgH="203200" progId="Equation.3">
                  <p:embed/>
                </p:oleObj>
              </mc:Choice>
              <mc:Fallback>
                <p:oleObj name="Equation" r:id="rId15" imgW="11557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267200"/>
                        <a:ext cx="1143000" cy="2010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617613"/>
              </p:ext>
            </p:extLst>
          </p:nvPr>
        </p:nvGraphicFramePr>
        <p:xfrm>
          <a:off x="2971801" y="762000"/>
          <a:ext cx="102560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4" name="Equation" r:id="rId17" imgW="1041400" imgH="850900" progId="Equation.3">
                  <p:embed/>
                </p:oleObj>
              </mc:Choice>
              <mc:Fallback>
                <p:oleObj name="Equation" r:id="rId17" imgW="10414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762000"/>
                        <a:ext cx="1025608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05560"/>
              </p:ext>
            </p:extLst>
          </p:nvPr>
        </p:nvGraphicFramePr>
        <p:xfrm>
          <a:off x="2819400" y="533400"/>
          <a:ext cx="914400" cy="19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5" name="Equation" r:id="rId19" imgW="939800" imgH="203200" progId="Equation.3">
                  <p:embed/>
                </p:oleObj>
              </mc:Choice>
              <mc:Fallback>
                <p:oleObj name="Equation" r:id="rId19" imgW="9398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33400"/>
                        <a:ext cx="914400" cy="198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978571"/>
              </p:ext>
            </p:extLst>
          </p:nvPr>
        </p:nvGraphicFramePr>
        <p:xfrm>
          <a:off x="2901951" y="2508251"/>
          <a:ext cx="1093322" cy="844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6" name="Equation" r:id="rId21" imgW="1117600" imgH="863600" progId="Equation.3">
                  <p:embed/>
                </p:oleObj>
              </mc:Choice>
              <mc:Fallback>
                <p:oleObj name="Equation" r:id="rId21" imgW="11176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51" y="2508251"/>
                        <a:ext cx="1093322" cy="8445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389462"/>
              </p:ext>
            </p:extLst>
          </p:nvPr>
        </p:nvGraphicFramePr>
        <p:xfrm>
          <a:off x="2743200" y="2286000"/>
          <a:ext cx="976312" cy="208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7" name="Equation" r:id="rId23" imgW="952500" imgH="203200" progId="Equation.3">
                  <p:embed/>
                </p:oleObj>
              </mc:Choice>
              <mc:Fallback>
                <p:oleObj name="Equation" r:id="rId23" imgW="9525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0"/>
                        <a:ext cx="976312" cy="2083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077418"/>
              </p:ext>
            </p:extLst>
          </p:nvPr>
        </p:nvGraphicFramePr>
        <p:xfrm>
          <a:off x="5661026" y="2438400"/>
          <a:ext cx="1049996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" name="Equation" r:id="rId25" imgW="1066800" imgH="850900" progId="Equation.3">
                  <p:embed/>
                </p:oleObj>
              </mc:Choice>
              <mc:Fallback>
                <p:oleObj name="Equation" r:id="rId25" imgW="10668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6" y="2438400"/>
                        <a:ext cx="1049996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819652"/>
              </p:ext>
            </p:extLst>
          </p:nvPr>
        </p:nvGraphicFramePr>
        <p:xfrm>
          <a:off x="5486400" y="2209800"/>
          <a:ext cx="930275" cy="193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9" name="Equation" r:id="rId27" imgW="977900" imgH="203200" progId="Equation.3">
                  <p:embed/>
                </p:oleObj>
              </mc:Choice>
              <mc:Fallback>
                <p:oleObj name="Equation" r:id="rId27" imgW="9779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209800"/>
                        <a:ext cx="930275" cy="1932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399329"/>
              </p:ext>
            </p:extLst>
          </p:nvPr>
        </p:nvGraphicFramePr>
        <p:xfrm>
          <a:off x="5546726" y="754063"/>
          <a:ext cx="1019704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0" name="Equation" r:id="rId29" imgW="1041400" imgH="863600" progId="Equation.3">
                  <p:embed/>
                </p:oleObj>
              </mc:Choice>
              <mc:Fallback>
                <p:oleObj name="Equation" r:id="rId29" imgW="10414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6" y="754063"/>
                        <a:ext cx="1019704" cy="846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124689"/>
              </p:ext>
            </p:extLst>
          </p:nvPr>
        </p:nvGraphicFramePr>
        <p:xfrm>
          <a:off x="5334000" y="533400"/>
          <a:ext cx="1066800" cy="198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1" name="Equation" r:id="rId31" imgW="1092200" imgH="203200" progId="Equation.3">
                  <p:embed/>
                </p:oleObj>
              </mc:Choice>
              <mc:Fallback>
                <p:oleObj name="Equation" r:id="rId31" imgW="10922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33400"/>
                        <a:ext cx="1066800" cy="1988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412670"/>
              </p:ext>
            </p:extLst>
          </p:nvPr>
        </p:nvGraphicFramePr>
        <p:xfrm>
          <a:off x="2971800" y="4495800"/>
          <a:ext cx="10747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2" name="Equation" r:id="rId33" imgW="1092200" imgH="850900" progId="Equation.3">
                  <p:embed/>
                </p:oleObj>
              </mc:Choice>
              <mc:Fallback>
                <p:oleObj name="Equation" r:id="rId33" imgW="10922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495800"/>
                        <a:ext cx="1074738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053328"/>
              </p:ext>
            </p:extLst>
          </p:nvPr>
        </p:nvGraphicFramePr>
        <p:xfrm>
          <a:off x="2743200" y="4267200"/>
          <a:ext cx="1143000" cy="198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3" name="Equation" r:id="rId35" imgW="1168400" imgH="203200" progId="Equation.3">
                  <p:embed/>
                </p:oleObj>
              </mc:Choice>
              <mc:Fallback>
                <p:oleObj name="Equation" r:id="rId35" imgW="11684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267200"/>
                        <a:ext cx="1143000" cy="1987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935598"/>
              </p:ext>
            </p:extLst>
          </p:nvPr>
        </p:nvGraphicFramePr>
        <p:xfrm>
          <a:off x="5599113" y="4495800"/>
          <a:ext cx="11493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4" name="Equation" r:id="rId37" imgW="1168400" imgH="850900" progId="Equation.3">
                  <p:embed/>
                </p:oleObj>
              </mc:Choice>
              <mc:Fallback>
                <p:oleObj name="Equation" r:id="rId37" imgW="11684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9113" y="4495800"/>
                        <a:ext cx="1149350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538509"/>
              </p:ext>
            </p:extLst>
          </p:nvPr>
        </p:nvGraphicFramePr>
        <p:xfrm>
          <a:off x="5410200" y="4267200"/>
          <a:ext cx="990600" cy="200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5" name="Equation" r:id="rId39" imgW="1003300" imgH="203200" progId="Equation.3">
                  <p:embed/>
                </p:oleObj>
              </mc:Choice>
              <mc:Fallback>
                <p:oleObj name="Equation" r:id="rId39" imgW="10033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267200"/>
                        <a:ext cx="990600" cy="2004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752137"/>
              </p:ext>
            </p:extLst>
          </p:nvPr>
        </p:nvGraphicFramePr>
        <p:xfrm>
          <a:off x="1600200" y="2743200"/>
          <a:ext cx="49139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6" name="Equation" r:id="rId41" imgW="482600" imgH="596900" progId="Equation.3">
                  <p:embed/>
                </p:oleObj>
              </mc:Choice>
              <mc:Fallback>
                <p:oleObj name="Equation" r:id="rId41" imgW="482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743200"/>
                        <a:ext cx="491398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245462"/>
              </p:ext>
            </p:extLst>
          </p:nvPr>
        </p:nvGraphicFramePr>
        <p:xfrm>
          <a:off x="1600200" y="4724400"/>
          <a:ext cx="49139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7" name="Equation" r:id="rId42" imgW="482600" imgH="596900" progId="Equation.3">
                  <p:embed/>
                </p:oleObj>
              </mc:Choice>
              <mc:Fallback>
                <p:oleObj name="Equation" r:id="rId42" imgW="482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724400"/>
                        <a:ext cx="491398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936318"/>
              </p:ext>
            </p:extLst>
          </p:nvPr>
        </p:nvGraphicFramePr>
        <p:xfrm>
          <a:off x="3962400" y="990600"/>
          <a:ext cx="49139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" name="Equation" r:id="rId43" imgW="482600" imgH="596900" progId="Equation.3">
                  <p:embed/>
                </p:oleObj>
              </mc:Choice>
              <mc:Fallback>
                <p:oleObj name="Equation" r:id="rId43" imgW="482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990600"/>
                        <a:ext cx="491398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461328"/>
              </p:ext>
            </p:extLst>
          </p:nvPr>
        </p:nvGraphicFramePr>
        <p:xfrm>
          <a:off x="3962400" y="2743200"/>
          <a:ext cx="49139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9" name="Equation" r:id="rId44" imgW="482600" imgH="596900" progId="Equation.3">
                  <p:embed/>
                </p:oleObj>
              </mc:Choice>
              <mc:Fallback>
                <p:oleObj name="Equation" r:id="rId44" imgW="482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743200"/>
                        <a:ext cx="491398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48391"/>
              </p:ext>
            </p:extLst>
          </p:nvPr>
        </p:nvGraphicFramePr>
        <p:xfrm>
          <a:off x="3886200" y="4724400"/>
          <a:ext cx="49139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0" name="Equation" r:id="rId45" imgW="482600" imgH="596900" progId="Equation.3">
                  <p:embed/>
                </p:oleObj>
              </mc:Choice>
              <mc:Fallback>
                <p:oleObj name="Equation" r:id="rId45" imgW="482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724400"/>
                        <a:ext cx="491398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855099"/>
              </p:ext>
            </p:extLst>
          </p:nvPr>
        </p:nvGraphicFramePr>
        <p:xfrm>
          <a:off x="6553200" y="990600"/>
          <a:ext cx="49139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1" name="Equation" r:id="rId46" imgW="482600" imgH="596900" progId="Equation.3">
                  <p:embed/>
                </p:oleObj>
              </mc:Choice>
              <mc:Fallback>
                <p:oleObj name="Equation" r:id="rId46" imgW="482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990600"/>
                        <a:ext cx="491398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677750"/>
              </p:ext>
            </p:extLst>
          </p:nvPr>
        </p:nvGraphicFramePr>
        <p:xfrm>
          <a:off x="6705600" y="2667000"/>
          <a:ext cx="49139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2" name="Equation" r:id="rId47" imgW="482600" imgH="596900" progId="Equation.3">
                  <p:embed/>
                </p:oleObj>
              </mc:Choice>
              <mc:Fallback>
                <p:oleObj name="Equation" r:id="rId47" imgW="482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667000"/>
                        <a:ext cx="491398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753321"/>
              </p:ext>
            </p:extLst>
          </p:nvPr>
        </p:nvGraphicFramePr>
        <p:xfrm>
          <a:off x="6629400" y="4724400"/>
          <a:ext cx="49139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3" name="Equation" r:id="rId48" imgW="482600" imgH="596900" progId="Equation.3">
                  <p:embed/>
                </p:oleObj>
              </mc:Choice>
              <mc:Fallback>
                <p:oleObj name="Equation" r:id="rId48" imgW="482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724400"/>
                        <a:ext cx="491398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5755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3810000" cy="381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Form B</a:t>
            </a:r>
            <a:endParaRPr lang="en-US" dirty="0"/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342900" y="4800601"/>
          <a:ext cx="1219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" name="Equation" r:id="rId3" imgW="1218960" imgH="749160" progId="Equation.3">
                  <p:embed/>
                </p:oleObj>
              </mc:Choice>
              <mc:Fallback>
                <p:oleObj name="Equation" r:id="rId3" imgW="1218960" imgH="7491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4800601"/>
                        <a:ext cx="12192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228600" y="3359151"/>
          <a:ext cx="1066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2" name="Equation" r:id="rId5" imgW="1066680" imgH="1091880" progId="Equation.3">
                  <p:embed/>
                </p:oleObj>
              </mc:Choice>
              <mc:Fallback>
                <p:oleObj name="Equation" r:id="rId5" imgW="1066680" imgH="10918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359151"/>
                        <a:ext cx="1066800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172657"/>
              </p:ext>
            </p:extLst>
          </p:nvPr>
        </p:nvGraphicFramePr>
        <p:xfrm>
          <a:off x="203200" y="1879600"/>
          <a:ext cx="13335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" name="Equation" r:id="rId7" imgW="1333500" imgH="1295400" progId="Equation.3">
                  <p:embed/>
                </p:oleObj>
              </mc:Choice>
              <mc:Fallback>
                <p:oleObj name="Equation" r:id="rId7" imgW="1333500" imgH="12954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1879600"/>
                        <a:ext cx="13335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492500" y="228600"/>
          <a:ext cx="2400300" cy="494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4" name="Equation" r:id="rId9" imgW="2400120" imgH="4940280" progId="Equation.3">
                  <p:embed/>
                </p:oleObj>
              </mc:Choice>
              <mc:Fallback>
                <p:oleObj name="Equation" r:id="rId9" imgW="2400120" imgH="4940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28600"/>
                        <a:ext cx="2400300" cy="494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0"/>
          <p:cNvGraphicFramePr>
            <a:graphicFrameLocks noChangeAspect="1"/>
          </p:cNvGraphicFramePr>
          <p:nvPr/>
        </p:nvGraphicFramePr>
        <p:xfrm>
          <a:off x="6864350" y="3276600"/>
          <a:ext cx="1816100" cy="283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" name="Equation" r:id="rId11" imgW="1815840" imgH="2831760" progId="Equation.3">
                  <p:embed/>
                </p:oleObj>
              </mc:Choice>
              <mc:Fallback>
                <p:oleObj name="Equation" r:id="rId11" imgW="1815840" imgH="28317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3276600"/>
                        <a:ext cx="1816100" cy="283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6153150" y="1600200"/>
          <a:ext cx="23876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6" name="Equation" r:id="rId13" imgW="2387520" imgH="1612800" progId="Equation.3">
                  <p:embed/>
                </p:oleObj>
              </mc:Choice>
              <mc:Fallback>
                <p:oleObj name="Equation" r:id="rId13" imgW="2387520" imgH="16128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3150" y="1600200"/>
                        <a:ext cx="2387600" cy="161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2"/>
          <p:cNvGraphicFramePr>
            <a:graphicFrameLocks noChangeAspect="1"/>
          </p:cNvGraphicFramePr>
          <p:nvPr/>
        </p:nvGraphicFramePr>
        <p:xfrm>
          <a:off x="6153150" y="152400"/>
          <a:ext cx="23876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" name="Equation" r:id="rId15" imgW="2387520" imgH="1511280" progId="Equation.3">
                  <p:embed/>
                </p:oleObj>
              </mc:Choice>
              <mc:Fallback>
                <p:oleObj name="Equation" r:id="rId15" imgW="2387520" imgH="1511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3150" y="152400"/>
                        <a:ext cx="2387600" cy="151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9" name="Object 13"/>
          <p:cNvGraphicFramePr>
            <a:graphicFrameLocks noChangeAspect="1"/>
          </p:cNvGraphicFramePr>
          <p:nvPr/>
        </p:nvGraphicFramePr>
        <p:xfrm>
          <a:off x="1752600" y="3505200"/>
          <a:ext cx="15113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" name="Equation" r:id="rId17" imgW="1511280" imgH="1434960" progId="Equation.3">
                  <p:embed/>
                </p:oleObj>
              </mc:Choice>
              <mc:Fallback>
                <p:oleObj name="Equation" r:id="rId17" imgW="1511280" imgH="14349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505200"/>
                        <a:ext cx="1511300" cy="143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0" name="Object 14"/>
          <p:cNvGraphicFramePr>
            <a:graphicFrameLocks noChangeAspect="1"/>
          </p:cNvGraphicFramePr>
          <p:nvPr/>
        </p:nvGraphicFramePr>
        <p:xfrm>
          <a:off x="1828800" y="2133600"/>
          <a:ext cx="1473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" name="Equation" r:id="rId19" imgW="1473120" imgH="1091880" progId="Equation.3">
                  <p:embed/>
                </p:oleObj>
              </mc:Choice>
              <mc:Fallback>
                <p:oleObj name="Equation" r:id="rId19" imgW="1473120" imgH="10918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133600"/>
                        <a:ext cx="1473200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3429000" y="152400"/>
            <a:ext cx="2514600" cy="3429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096000" y="76200"/>
            <a:ext cx="2590800" cy="3048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781800" y="3200400"/>
            <a:ext cx="2057400" cy="29718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52400" y="1828800"/>
            <a:ext cx="1371600" cy="1371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2400" y="3276600"/>
            <a:ext cx="1371600" cy="1371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4800" y="4724400"/>
            <a:ext cx="1371600" cy="9144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52600" y="2057400"/>
            <a:ext cx="1600200" cy="12954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676400" y="3429000"/>
            <a:ext cx="1676400" cy="1600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81000" y="152400"/>
            <a:ext cx="38100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B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228601" y="762000"/>
          <a:ext cx="29845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9" name="Equation" r:id="rId3" imgW="2984400" imgH="2095200" progId="Equation.3">
                  <p:embed/>
                </p:oleObj>
              </mc:Choice>
              <mc:Fallback>
                <p:oleObj name="Equation" r:id="rId3" imgW="2984400" imgH="2095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1" y="762000"/>
                        <a:ext cx="2984500" cy="209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03200" y="3733800"/>
          <a:ext cx="30480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0" name="Equation" r:id="rId5" imgW="3047760" imgH="2095200" progId="Equation.3">
                  <p:embed/>
                </p:oleObj>
              </mc:Choice>
              <mc:Fallback>
                <p:oleObj name="Equation" r:id="rId5" imgW="3047760" imgH="2095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3733800"/>
                        <a:ext cx="3048000" cy="209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76200" y="3352800"/>
            <a:ext cx="4121151" cy="334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A</a:t>
            </a:r>
          </a:p>
        </p:txBody>
      </p:sp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3657600" y="304800"/>
          <a:ext cx="1828800" cy="339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1" name="Equation" r:id="rId7" imgW="1828800" imgH="3390840" progId="Equation.3">
                  <p:embed/>
                </p:oleObj>
              </mc:Choice>
              <mc:Fallback>
                <p:oleObj name="Equation" r:id="rId7" imgW="1828800" imgH="33908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04800"/>
                        <a:ext cx="1828800" cy="339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6019800" y="304800"/>
          <a:ext cx="1828800" cy="339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" name="Equation" r:id="rId9" imgW="1828800" imgH="3390840" progId="Equation.3">
                  <p:embed/>
                </p:oleObj>
              </mc:Choice>
              <mc:Fallback>
                <p:oleObj name="Equation" r:id="rId9" imgW="1828800" imgH="33908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04800"/>
                        <a:ext cx="1828800" cy="339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152400" y="3657600"/>
            <a:ext cx="3276600" cy="2286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685800"/>
            <a:ext cx="3276600" cy="2286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581400" y="228600"/>
            <a:ext cx="2057400" cy="3581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43600" y="228600"/>
            <a:ext cx="2057400" cy="3581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81000" y="152400"/>
            <a:ext cx="38100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B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0" y="0"/>
            <a:ext cx="2895600" cy="334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A</a:t>
            </a:r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4743450" y="838200"/>
          <a:ext cx="2209800" cy="323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Equation" r:id="rId3" imgW="2209680" imgH="3238200" progId="Equation.3">
                  <p:embed/>
                </p:oleObj>
              </mc:Choice>
              <mc:Fallback>
                <p:oleObj name="Equation" r:id="rId3" imgW="2209680" imgH="3238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838200"/>
                        <a:ext cx="2209800" cy="323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149350" y="838200"/>
          <a:ext cx="2336800" cy="323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Equation" r:id="rId5" imgW="2336760" imgH="3238200" progId="Equation.3">
                  <p:embed/>
                </p:oleObj>
              </mc:Choice>
              <mc:Fallback>
                <p:oleObj name="Equation" r:id="rId5" imgW="2336760" imgH="3238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350" y="838200"/>
                        <a:ext cx="2336800" cy="323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19765</TotalTime>
  <Words>13</Words>
  <Application>Microsoft Macintosh PowerPoint</Application>
  <PresentationFormat>On-screen Show (4:3)</PresentationFormat>
  <Paragraphs>12</Paragraphs>
  <Slides>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Office Theme</vt:lpstr>
      <vt:lpstr>Microsoft Equation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 B</vt:lpstr>
      <vt:lpstr>PowerPoint Presentation</vt:lpstr>
      <vt:lpstr>PowerPoint Presentation</vt:lpstr>
    </vt:vector>
  </TitlesOfParts>
  <Company>Carnegie Mellon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test</dc:creator>
  <cp:lastModifiedBy>SimStudent</cp:lastModifiedBy>
  <cp:revision>832</cp:revision>
  <cp:lastPrinted>2014-03-10T18:05:01Z</cp:lastPrinted>
  <dcterms:created xsi:type="dcterms:W3CDTF">2010-01-29T20:34:36Z</dcterms:created>
  <dcterms:modified xsi:type="dcterms:W3CDTF">2014-03-12T14:16:37Z</dcterms:modified>
</cp:coreProperties>
</file>