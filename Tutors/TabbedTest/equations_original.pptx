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797" autoAdjust="0"/>
  </p:normalViewPr>
  <p:slideViewPr>
    <p:cSldViewPr>
      <p:cViewPr>
        <p:scale>
          <a:sx n="150" d="100"/>
          <a:sy n="150" d="100"/>
        </p:scale>
        <p:origin x="-78" y="17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Relationship Id="rId9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4" Type="http://schemas.openxmlformats.org/officeDocument/2006/relationships/image" Target="../media/image2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26EF3-C8D5-47F3-9CCA-579CF2DF8EA1}" type="datetimeFigureOut">
              <a:rPr lang="en-US" smtClean="0"/>
              <a:pPr/>
              <a:t>3/15/2010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D76E-8B2C-4E80-9433-A822E5EE1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26EF3-C8D5-47F3-9CCA-579CF2DF8EA1}" type="datetimeFigureOut">
              <a:rPr lang="en-US" smtClean="0"/>
              <a:pPr/>
              <a:t>3/15/2010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D76E-8B2C-4E80-9433-A822E5EE1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26EF3-C8D5-47F3-9CCA-579CF2DF8EA1}" type="datetimeFigureOut">
              <a:rPr lang="en-US" smtClean="0"/>
              <a:pPr/>
              <a:t>3/15/2010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D76E-8B2C-4E80-9433-A822E5EE1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26EF3-C8D5-47F3-9CCA-579CF2DF8EA1}" type="datetimeFigureOut">
              <a:rPr lang="en-US" smtClean="0"/>
              <a:pPr/>
              <a:t>3/15/2010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D76E-8B2C-4E80-9433-A822E5EE1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26EF3-C8D5-47F3-9CCA-579CF2DF8EA1}" type="datetimeFigureOut">
              <a:rPr lang="en-US" smtClean="0"/>
              <a:pPr/>
              <a:t>3/15/2010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D76E-8B2C-4E80-9433-A822E5EE1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26EF3-C8D5-47F3-9CCA-579CF2DF8EA1}" type="datetimeFigureOut">
              <a:rPr lang="en-US" smtClean="0"/>
              <a:pPr/>
              <a:t>3/15/2010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D76E-8B2C-4E80-9433-A822E5EE1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26EF3-C8D5-47F3-9CCA-579CF2DF8EA1}" type="datetimeFigureOut">
              <a:rPr lang="en-US" smtClean="0"/>
              <a:pPr/>
              <a:t>3/15/2010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D76E-8B2C-4E80-9433-A822E5EE1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26EF3-C8D5-47F3-9CCA-579CF2DF8EA1}" type="datetimeFigureOut">
              <a:rPr lang="en-US" smtClean="0"/>
              <a:pPr/>
              <a:t>3/15/2010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D76E-8B2C-4E80-9433-A822E5EE1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26EF3-C8D5-47F3-9CCA-579CF2DF8EA1}" type="datetimeFigureOut">
              <a:rPr lang="en-US" smtClean="0"/>
              <a:pPr/>
              <a:t>3/15/2010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D76E-8B2C-4E80-9433-A822E5EE1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26EF3-C8D5-47F3-9CCA-579CF2DF8EA1}" type="datetimeFigureOut">
              <a:rPr lang="en-US" smtClean="0"/>
              <a:pPr/>
              <a:t>3/15/2010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D76E-8B2C-4E80-9433-A822E5EE1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26EF3-C8D5-47F3-9CCA-579CF2DF8EA1}" type="datetimeFigureOut">
              <a:rPr lang="en-US" smtClean="0"/>
              <a:pPr/>
              <a:t>3/15/2010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D76E-8B2C-4E80-9433-A822E5EE1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126EF3-C8D5-47F3-9CCA-579CF2DF8EA1}" type="datetimeFigureOut">
              <a:rPr lang="en-US" smtClean="0"/>
              <a:pPr/>
              <a:t>3/15/2010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0D76E-8B2C-4E80-9433-A822E5EE1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7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2.bin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1.bin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0.bin"/><Relationship Id="rId9" Type="http://schemas.openxmlformats.org/officeDocument/2006/relationships/oleObject" Target="../embeddings/oleObject15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1.bin"/><Relationship Id="rId5" Type="http://schemas.openxmlformats.org/officeDocument/2006/relationships/oleObject" Target="../embeddings/oleObject20.bin"/><Relationship Id="rId4" Type="http://schemas.openxmlformats.org/officeDocument/2006/relationships/oleObject" Target="../embeddings/oleObject19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2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1" y="43935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1" y="570012"/>
            <a:ext cx="20313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PMingLiU" pitchFamily="18" charset="-120"/>
                <a:cs typeface="Times New Roman" pitchFamily="18" charset="0"/>
              </a:rPr>
              <a:t>		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9" name="Rectangle 15"/>
          <p:cNvSpPr>
            <a:spLocks noChangeArrowheads="1"/>
          </p:cNvSpPr>
          <p:nvPr/>
        </p:nvSpPr>
        <p:spPr bwMode="auto">
          <a:xfrm>
            <a:off x="0" y="669638"/>
            <a:ext cx="22474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PMingLiU" pitchFamily="18" charset="-120"/>
                <a:cs typeface="Times New Roman" pitchFamily="18" charset="0"/>
              </a:rPr>
              <a:t> </a:t>
            </a:r>
            <a:endParaRPr kumimoji="0" lang="en-US" sz="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auto">
          <a:xfrm>
            <a:off x="1" y="1074837"/>
            <a:ext cx="20313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PMingLiU" pitchFamily="18" charset="-120"/>
                <a:cs typeface="Times New Roman" pitchFamily="18" charset="0"/>
              </a:rPr>
              <a:t>		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1" name="Rectangle 17"/>
          <p:cNvSpPr>
            <a:spLocks noChangeArrowheads="1"/>
          </p:cNvSpPr>
          <p:nvPr/>
        </p:nvSpPr>
        <p:spPr bwMode="auto">
          <a:xfrm>
            <a:off x="1" y="1282185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1" y="1551087"/>
            <a:ext cx="295465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PMingLiU" pitchFamily="18" charset="-120"/>
                <a:cs typeface="Times New Roman" pitchFamily="18" charset="0"/>
              </a:rPr>
              <a:t>			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3" name="Rectangle 19"/>
          <p:cNvSpPr>
            <a:spLocks noChangeArrowheads="1"/>
          </p:cNvSpPr>
          <p:nvPr/>
        </p:nvSpPr>
        <p:spPr bwMode="auto">
          <a:xfrm>
            <a:off x="1" y="1758435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4" name="Rectangle 20"/>
          <p:cNvSpPr>
            <a:spLocks noChangeArrowheads="1"/>
          </p:cNvSpPr>
          <p:nvPr/>
        </p:nvSpPr>
        <p:spPr bwMode="auto">
          <a:xfrm>
            <a:off x="1" y="2027337"/>
            <a:ext cx="20313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PMingLiU" pitchFamily="18" charset="-120"/>
                <a:cs typeface="Times New Roman" pitchFamily="18" charset="0"/>
              </a:rPr>
              <a:t>		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5" name="Rectangle 21"/>
          <p:cNvSpPr>
            <a:spLocks noChangeArrowheads="1"/>
          </p:cNvSpPr>
          <p:nvPr/>
        </p:nvSpPr>
        <p:spPr bwMode="auto">
          <a:xfrm>
            <a:off x="1" y="2234685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6" name="Rectangle 22"/>
          <p:cNvSpPr>
            <a:spLocks noChangeArrowheads="1"/>
          </p:cNvSpPr>
          <p:nvPr/>
        </p:nvSpPr>
        <p:spPr bwMode="auto">
          <a:xfrm>
            <a:off x="1" y="2532162"/>
            <a:ext cx="295465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PMingLiU" pitchFamily="18" charset="-120"/>
                <a:cs typeface="Times New Roman" pitchFamily="18" charset="0"/>
              </a:rPr>
              <a:t>			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7" name="Rectangle 23"/>
          <p:cNvSpPr>
            <a:spLocks noChangeArrowheads="1"/>
          </p:cNvSpPr>
          <p:nvPr/>
        </p:nvSpPr>
        <p:spPr bwMode="auto">
          <a:xfrm>
            <a:off x="1" y="273951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Title 1"/>
          <p:cNvSpPr txBox="1">
            <a:spLocks/>
          </p:cNvSpPr>
          <p:nvPr/>
        </p:nvSpPr>
        <p:spPr>
          <a:xfrm>
            <a:off x="457200" y="274638"/>
            <a:ext cx="8229600" cy="48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Form A</a:t>
            </a:r>
          </a:p>
        </p:txBody>
      </p:sp>
      <p:graphicFrame>
        <p:nvGraphicFramePr>
          <p:cNvPr id="1054" name="Object 30"/>
          <p:cNvGraphicFramePr>
            <a:graphicFrameLocks noChangeAspect="1"/>
          </p:cNvGraphicFramePr>
          <p:nvPr/>
        </p:nvGraphicFramePr>
        <p:xfrm>
          <a:off x="438151" y="5181601"/>
          <a:ext cx="1181100" cy="749300"/>
        </p:xfrm>
        <a:graphic>
          <a:graphicData uri="http://schemas.openxmlformats.org/presentationml/2006/ole">
            <p:oleObj spid="_x0000_s1054" name="Equation" r:id="rId3" imgW="1180800" imgH="749160" progId="Equation.3">
              <p:embed/>
            </p:oleObj>
          </a:graphicData>
        </a:graphic>
      </p:graphicFrame>
      <p:graphicFrame>
        <p:nvGraphicFramePr>
          <p:cNvPr id="1056" name="Object 32"/>
          <p:cNvGraphicFramePr>
            <a:graphicFrameLocks noChangeAspect="1"/>
          </p:cNvGraphicFramePr>
          <p:nvPr/>
        </p:nvGraphicFramePr>
        <p:xfrm>
          <a:off x="298451" y="3740151"/>
          <a:ext cx="1079500" cy="1092200"/>
        </p:xfrm>
        <a:graphic>
          <a:graphicData uri="http://schemas.openxmlformats.org/presentationml/2006/ole">
            <p:oleObj spid="_x0000_s1056" name="Equation" r:id="rId4" imgW="1079280" imgH="1091880" progId="Equation.3">
              <p:embed/>
            </p:oleObj>
          </a:graphicData>
        </a:graphic>
      </p:graphicFrame>
      <p:graphicFrame>
        <p:nvGraphicFramePr>
          <p:cNvPr id="1057" name="Object 33"/>
          <p:cNvGraphicFramePr>
            <a:graphicFrameLocks noChangeAspect="1"/>
          </p:cNvGraphicFramePr>
          <p:nvPr/>
        </p:nvGraphicFramePr>
        <p:xfrm>
          <a:off x="457200" y="2133600"/>
          <a:ext cx="1143000" cy="1092200"/>
        </p:xfrm>
        <a:graphic>
          <a:graphicData uri="http://schemas.openxmlformats.org/presentationml/2006/ole">
            <p:oleObj spid="_x0000_s1057" name="Equation" r:id="rId5" imgW="1143000" imgH="1091880" progId="Equation.3">
              <p:embed/>
            </p:oleObj>
          </a:graphicData>
        </a:graphic>
      </p:graphicFrame>
      <p:graphicFrame>
        <p:nvGraphicFramePr>
          <p:cNvPr id="1058" name="Object 34"/>
          <p:cNvGraphicFramePr>
            <a:graphicFrameLocks noChangeAspect="1"/>
          </p:cNvGraphicFramePr>
          <p:nvPr/>
        </p:nvGraphicFramePr>
        <p:xfrm>
          <a:off x="3486150" y="1143000"/>
          <a:ext cx="2400300" cy="4940300"/>
        </p:xfrm>
        <a:graphic>
          <a:graphicData uri="http://schemas.openxmlformats.org/presentationml/2006/ole">
            <p:oleObj spid="_x0000_s1058" name="Equation" r:id="rId6" imgW="2400120" imgH="4940280" progId="Equation.3">
              <p:embed/>
            </p:oleObj>
          </a:graphicData>
        </a:graphic>
      </p:graphicFrame>
      <p:graphicFrame>
        <p:nvGraphicFramePr>
          <p:cNvPr id="1059" name="Object 35"/>
          <p:cNvGraphicFramePr>
            <a:graphicFrameLocks noChangeAspect="1"/>
          </p:cNvGraphicFramePr>
          <p:nvPr/>
        </p:nvGraphicFramePr>
        <p:xfrm>
          <a:off x="6711950" y="3048000"/>
          <a:ext cx="1879600" cy="3213100"/>
        </p:xfrm>
        <a:graphic>
          <a:graphicData uri="http://schemas.openxmlformats.org/presentationml/2006/ole">
            <p:oleObj spid="_x0000_s1059" name="Equation" r:id="rId7" imgW="1879560" imgH="3213000" progId="Equation.3">
              <p:embed/>
            </p:oleObj>
          </a:graphicData>
        </a:graphic>
      </p:graphicFrame>
      <p:graphicFrame>
        <p:nvGraphicFramePr>
          <p:cNvPr id="1060" name="Object 36"/>
          <p:cNvGraphicFramePr>
            <a:graphicFrameLocks noChangeAspect="1"/>
          </p:cNvGraphicFramePr>
          <p:nvPr/>
        </p:nvGraphicFramePr>
        <p:xfrm>
          <a:off x="6007100" y="381000"/>
          <a:ext cx="2387600" cy="3035300"/>
        </p:xfrm>
        <a:graphic>
          <a:graphicData uri="http://schemas.openxmlformats.org/presentationml/2006/ole">
            <p:oleObj spid="_x0000_s1060" name="Equation" r:id="rId8" imgW="2387520" imgH="3035160" progId="Equation.3">
              <p:embed/>
            </p:oleObj>
          </a:graphicData>
        </a:graphic>
      </p:graphicFrame>
      <p:graphicFrame>
        <p:nvGraphicFramePr>
          <p:cNvPr id="1061" name="Object 37"/>
          <p:cNvGraphicFramePr>
            <a:graphicFrameLocks noChangeAspect="1"/>
          </p:cNvGraphicFramePr>
          <p:nvPr/>
        </p:nvGraphicFramePr>
        <p:xfrm>
          <a:off x="1828800" y="3733800"/>
          <a:ext cx="1460500" cy="1282700"/>
        </p:xfrm>
        <a:graphic>
          <a:graphicData uri="http://schemas.openxmlformats.org/presentationml/2006/ole">
            <p:oleObj spid="_x0000_s1061" name="Equation" r:id="rId9" imgW="1460160" imgH="1282680" progId="Equation.3">
              <p:embed/>
            </p:oleObj>
          </a:graphicData>
        </a:graphic>
      </p:graphicFrame>
      <p:graphicFrame>
        <p:nvGraphicFramePr>
          <p:cNvPr id="1062" name="Object 38"/>
          <p:cNvGraphicFramePr>
            <a:graphicFrameLocks noChangeAspect="1"/>
          </p:cNvGraphicFramePr>
          <p:nvPr/>
        </p:nvGraphicFramePr>
        <p:xfrm>
          <a:off x="1828800" y="2209800"/>
          <a:ext cx="1447800" cy="1092200"/>
        </p:xfrm>
        <a:graphic>
          <a:graphicData uri="http://schemas.openxmlformats.org/presentationml/2006/ole">
            <p:oleObj spid="_x0000_s1062" name="Equation" r:id="rId10" imgW="1447560" imgH="1091880" progId="Equation.3">
              <p:embed/>
            </p:oleObj>
          </a:graphicData>
        </a:graphic>
      </p:graphicFrame>
      <p:sp>
        <p:nvSpPr>
          <p:cNvPr id="22" name="Rectangle 21"/>
          <p:cNvSpPr/>
          <p:nvPr/>
        </p:nvSpPr>
        <p:spPr>
          <a:xfrm>
            <a:off x="381000" y="2057400"/>
            <a:ext cx="1371600" cy="13716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3429000" y="1066800"/>
            <a:ext cx="2514600" cy="34290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5943600" y="304800"/>
            <a:ext cx="2514600" cy="30480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629400" y="3352800"/>
            <a:ext cx="2057400" cy="29718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28600" y="3657600"/>
            <a:ext cx="1371600" cy="13716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381000" y="5105400"/>
            <a:ext cx="1371600" cy="9144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1752600" y="2057400"/>
            <a:ext cx="1600200" cy="13716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752600" y="3657600"/>
            <a:ext cx="1676400" cy="14478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3810000" cy="381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Form B</a:t>
            </a:r>
            <a:endParaRPr lang="en-US" dirty="0"/>
          </a:p>
        </p:txBody>
      </p:sp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342900" y="4800601"/>
          <a:ext cx="1219200" cy="749300"/>
        </p:xfrm>
        <a:graphic>
          <a:graphicData uri="http://schemas.openxmlformats.org/presentationml/2006/ole">
            <p:oleObj spid="_x0000_s4101" name="Equation" r:id="rId3" imgW="1218960" imgH="749160" progId="Equation.3">
              <p:embed/>
            </p:oleObj>
          </a:graphicData>
        </a:graphic>
      </p:graphicFrame>
      <p:graphicFrame>
        <p:nvGraphicFramePr>
          <p:cNvPr id="4103" name="Object 7"/>
          <p:cNvGraphicFramePr>
            <a:graphicFrameLocks noChangeAspect="1"/>
          </p:cNvGraphicFramePr>
          <p:nvPr/>
        </p:nvGraphicFramePr>
        <p:xfrm>
          <a:off x="228600" y="3359151"/>
          <a:ext cx="1066800" cy="1092200"/>
        </p:xfrm>
        <a:graphic>
          <a:graphicData uri="http://schemas.openxmlformats.org/presentationml/2006/ole">
            <p:oleObj spid="_x0000_s4103" name="Equation" r:id="rId4" imgW="1066680" imgH="1091880" progId="Equation.3">
              <p:embed/>
            </p:oleObj>
          </a:graphicData>
        </a:graphic>
      </p:graphicFrame>
      <p:graphicFrame>
        <p:nvGraphicFramePr>
          <p:cNvPr id="4104" name="Object 8"/>
          <p:cNvGraphicFramePr>
            <a:graphicFrameLocks noChangeAspect="1"/>
          </p:cNvGraphicFramePr>
          <p:nvPr/>
        </p:nvGraphicFramePr>
        <p:xfrm>
          <a:off x="222250" y="1981200"/>
          <a:ext cx="1295400" cy="1092200"/>
        </p:xfrm>
        <a:graphic>
          <a:graphicData uri="http://schemas.openxmlformats.org/presentationml/2006/ole">
            <p:oleObj spid="_x0000_s4104" name="Equation" r:id="rId5" imgW="1295280" imgH="1091880" progId="Equation.3">
              <p:embed/>
            </p:oleObj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3492500" y="228600"/>
          <a:ext cx="2400300" cy="4940300"/>
        </p:xfrm>
        <a:graphic>
          <a:graphicData uri="http://schemas.openxmlformats.org/presentationml/2006/ole">
            <p:oleObj spid="_x0000_s4105" name="Equation" r:id="rId6" imgW="2400120" imgH="4940280" progId="Equation.3">
              <p:embed/>
            </p:oleObj>
          </a:graphicData>
        </a:graphic>
      </p:graphicFrame>
      <p:graphicFrame>
        <p:nvGraphicFramePr>
          <p:cNvPr id="4106" name="Object 10"/>
          <p:cNvGraphicFramePr>
            <a:graphicFrameLocks noChangeAspect="1"/>
          </p:cNvGraphicFramePr>
          <p:nvPr/>
        </p:nvGraphicFramePr>
        <p:xfrm>
          <a:off x="6864350" y="3276600"/>
          <a:ext cx="1816100" cy="2832100"/>
        </p:xfrm>
        <a:graphic>
          <a:graphicData uri="http://schemas.openxmlformats.org/presentationml/2006/ole">
            <p:oleObj spid="_x0000_s4106" name="Equation" r:id="rId7" imgW="1815840" imgH="2831760" progId="Equation.3">
              <p:embed/>
            </p:oleObj>
          </a:graphicData>
        </a:graphic>
      </p:graphicFrame>
      <p:graphicFrame>
        <p:nvGraphicFramePr>
          <p:cNvPr id="4107" name="Object 11"/>
          <p:cNvGraphicFramePr>
            <a:graphicFrameLocks noChangeAspect="1"/>
          </p:cNvGraphicFramePr>
          <p:nvPr/>
        </p:nvGraphicFramePr>
        <p:xfrm>
          <a:off x="6153150" y="1600200"/>
          <a:ext cx="2387600" cy="1612900"/>
        </p:xfrm>
        <a:graphic>
          <a:graphicData uri="http://schemas.openxmlformats.org/presentationml/2006/ole">
            <p:oleObj spid="_x0000_s4107" name="Equation" r:id="rId8" imgW="2387520" imgH="1612800" progId="Equation.3">
              <p:embed/>
            </p:oleObj>
          </a:graphicData>
        </a:graphic>
      </p:graphicFrame>
      <p:graphicFrame>
        <p:nvGraphicFramePr>
          <p:cNvPr id="4108" name="Object 12"/>
          <p:cNvGraphicFramePr>
            <a:graphicFrameLocks noChangeAspect="1"/>
          </p:cNvGraphicFramePr>
          <p:nvPr/>
        </p:nvGraphicFramePr>
        <p:xfrm>
          <a:off x="6153150" y="152400"/>
          <a:ext cx="2387600" cy="1511300"/>
        </p:xfrm>
        <a:graphic>
          <a:graphicData uri="http://schemas.openxmlformats.org/presentationml/2006/ole">
            <p:oleObj spid="_x0000_s4108" name="Equation" r:id="rId9" imgW="2387520" imgH="1511280" progId="Equation.3">
              <p:embed/>
            </p:oleObj>
          </a:graphicData>
        </a:graphic>
      </p:graphicFrame>
      <p:graphicFrame>
        <p:nvGraphicFramePr>
          <p:cNvPr id="4109" name="Object 13"/>
          <p:cNvGraphicFramePr>
            <a:graphicFrameLocks noChangeAspect="1"/>
          </p:cNvGraphicFramePr>
          <p:nvPr/>
        </p:nvGraphicFramePr>
        <p:xfrm>
          <a:off x="1752600" y="3505200"/>
          <a:ext cx="1511300" cy="1435100"/>
        </p:xfrm>
        <a:graphic>
          <a:graphicData uri="http://schemas.openxmlformats.org/presentationml/2006/ole">
            <p:oleObj spid="_x0000_s4109" name="Equation" r:id="rId10" imgW="1511280" imgH="1434960" progId="Equation.3">
              <p:embed/>
            </p:oleObj>
          </a:graphicData>
        </a:graphic>
      </p:graphicFrame>
      <p:graphicFrame>
        <p:nvGraphicFramePr>
          <p:cNvPr id="4110" name="Object 14"/>
          <p:cNvGraphicFramePr>
            <a:graphicFrameLocks noChangeAspect="1"/>
          </p:cNvGraphicFramePr>
          <p:nvPr/>
        </p:nvGraphicFramePr>
        <p:xfrm>
          <a:off x="1828800" y="2133600"/>
          <a:ext cx="1473200" cy="1092200"/>
        </p:xfrm>
        <a:graphic>
          <a:graphicData uri="http://schemas.openxmlformats.org/presentationml/2006/ole">
            <p:oleObj spid="_x0000_s4110" name="Equation" r:id="rId11" imgW="1473120" imgH="1091880" progId="Equation.3">
              <p:embed/>
            </p:oleObj>
          </a:graphicData>
        </a:graphic>
      </p:graphicFrame>
      <p:sp>
        <p:nvSpPr>
          <p:cNvPr id="12" name="Rectangle 11"/>
          <p:cNvSpPr/>
          <p:nvPr/>
        </p:nvSpPr>
        <p:spPr>
          <a:xfrm>
            <a:off x="3429000" y="152400"/>
            <a:ext cx="2514600" cy="34290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096000" y="76200"/>
            <a:ext cx="2590800" cy="30480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781800" y="3200400"/>
            <a:ext cx="2057400" cy="29718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52400" y="1828800"/>
            <a:ext cx="1371600" cy="13716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52400" y="3276600"/>
            <a:ext cx="1371600" cy="13716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04800" y="4724400"/>
            <a:ext cx="1371600" cy="9144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752600" y="2057400"/>
            <a:ext cx="1600200" cy="12954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676400" y="3429000"/>
            <a:ext cx="1676400" cy="16002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381000" y="152400"/>
            <a:ext cx="3810000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Form B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228601" y="762000"/>
          <a:ext cx="2984500" cy="2095500"/>
        </p:xfrm>
        <a:graphic>
          <a:graphicData uri="http://schemas.openxmlformats.org/presentationml/2006/ole">
            <p:oleObj spid="_x0000_s5122" name="Equation" r:id="rId3" imgW="2984400" imgH="2095200" progId="Equation.3">
              <p:embed/>
            </p:oleObj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03200" y="3733800"/>
          <a:ext cx="3048000" cy="2095500"/>
        </p:xfrm>
        <a:graphic>
          <a:graphicData uri="http://schemas.openxmlformats.org/presentationml/2006/ole">
            <p:oleObj spid="_x0000_s5125" name="Equation" r:id="rId4" imgW="3047760" imgH="2095200" progId="Equation.3">
              <p:embed/>
            </p:oleObj>
          </a:graphicData>
        </a:graphic>
      </p:graphicFrame>
      <p:sp>
        <p:nvSpPr>
          <p:cNvPr id="9" name="Title 1"/>
          <p:cNvSpPr txBox="1">
            <a:spLocks/>
          </p:cNvSpPr>
          <p:nvPr/>
        </p:nvSpPr>
        <p:spPr>
          <a:xfrm>
            <a:off x="76200" y="3352800"/>
            <a:ext cx="4121151" cy="334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Form A</a:t>
            </a:r>
          </a:p>
        </p:txBody>
      </p:sp>
      <p:graphicFrame>
        <p:nvGraphicFramePr>
          <p:cNvPr id="5126" name="Object 6"/>
          <p:cNvGraphicFramePr>
            <a:graphicFrameLocks noChangeAspect="1"/>
          </p:cNvGraphicFramePr>
          <p:nvPr/>
        </p:nvGraphicFramePr>
        <p:xfrm>
          <a:off x="3657600" y="304800"/>
          <a:ext cx="1828800" cy="3390900"/>
        </p:xfrm>
        <a:graphic>
          <a:graphicData uri="http://schemas.openxmlformats.org/presentationml/2006/ole">
            <p:oleObj spid="_x0000_s5126" name="Equation" r:id="rId5" imgW="1828800" imgH="3390840" progId="Equation.3">
              <p:embed/>
            </p:oleObj>
          </a:graphicData>
        </a:graphic>
      </p:graphicFrame>
      <p:graphicFrame>
        <p:nvGraphicFramePr>
          <p:cNvPr id="5127" name="Object 7"/>
          <p:cNvGraphicFramePr>
            <a:graphicFrameLocks noChangeAspect="1"/>
          </p:cNvGraphicFramePr>
          <p:nvPr/>
        </p:nvGraphicFramePr>
        <p:xfrm>
          <a:off x="6019800" y="304800"/>
          <a:ext cx="1828800" cy="3390900"/>
        </p:xfrm>
        <a:graphic>
          <a:graphicData uri="http://schemas.openxmlformats.org/presentationml/2006/ole">
            <p:oleObj spid="_x0000_s5127" name="Equation" r:id="rId6" imgW="1828800" imgH="3390840" progId="Equation.3">
              <p:embed/>
            </p:oleObj>
          </a:graphicData>
        </a:graphic>
      </p:graphicFrame>
      <p:sp>
        <p:nvSpPr>
          <p:cNvPr id="10" name="Rectangle 9"/>
          <p:cNvSpPr/>
          <p:nvPr/>
        </p:nvSpPr>
        <p:spPr>
          <a:xfrm>
            <a:off x="152400" y="3657600"/>
            <a:ext cx="3276600" cy="22860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685800"/>
            <a:ext cx="3276600" cy="22860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581400" y="228600"/>
            <a:ext cx="2057400" cy="35814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943600" y="228600"/>
            <a:ext cx="2057400" cy="35814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381000" y="152400"/>
            <a:ext cx="3810000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Form B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572000" y="0"/>
            <a:ext cx="2895600" cy="334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Form A</a:t>
            </a:r>
          </a:p>
        </p:txBody>
      </p:sp>
      <p:graphicFrame>
        <p:nvGraphicFramePr>
          <p:cNvPr id="6147" name="Object 3"/>
          <p:cNvGraphicFramePr>
            <a:graphicFrameLocks noChangeAspect="1"/>
          </p:cNvGraphicFramePr>
          <p:nvPr/>
        </p:nvGraphicFramePr>
        <p:xfrm>
          <a:off x="4743450" y="838200"/>
          <a:ext cx="2209800" cy="3238500"/>
        </p:xfrm>
        <a:graphic>
          <a:graphicData uri="http://schemas.openxmlformats.org/presentationml/2006/ole">
            <p:oleObj spid="_x0000_s6147" name="Equation" r:id="rId3" imgW="2209680" imgH="3238200" progId="Equation.3">
              <p:embed/>
            </p:oleObj>
          </a:graphicData>
        </a:graphic>
      </p:graphicFrame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1149350" y="838200"/>
          <a:ext cx="2336800" cy="3238500"/>
        </p:xfrm>
        <a:graphic>
          <a:graphicData uri="http://schemas.openxmlformats.org/presentationml/2006/ole">
            <p:oleObj spid="_x0000_s6148" name="Equation" r:id="rId4" imgW="2336760" imgH="3238200" progId="Equation.3">
              <p:embed/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13023</TotalTime>
  <Words>13</Words>
  <Application>Microsoft Office PowerPoint</Application>
  <PresentationFormat>On-screen Show (4:3)</PresentationFormat>
  <Paragraphs>12</Paragraphs>
  <Slides>4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Office Theme</vt:lpstr>
      <vt:lpstr>Equation</vt:lpstr>
      <vt:lpstr>Microsoft Equation 3.0</vt:lpstr>
      <vt:lpstr>Slide 1</vt:lpstr>
      <vt:lpstr>Form B</vt:lpstr>
      <vt:lpstr>Slide 3</vt:lpstr>
      <vt:lpstr>Slide 4</vt:lpstr>
    </vt:vector>
  </TitlesOfParts>
  <Company>Carnegie Mellon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test</dc:creator>
  <cp:lastModifiedBy>test</cp:lastModifiedBy>
  <cp:revision>802</cp:revision>
  <dcterms:created xsi:type="dcterms:W3CDTF">2010-01-29T20:34:36Z</dcterms:created>
  <dcterms:modified xsi:type="dcterms:W3CDTF">2010-03-15T18:24:51Z</dcterms:modified>
</cp:coreProperties>
</file>